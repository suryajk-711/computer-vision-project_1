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773d4ad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773d4ad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3773d4ad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3773d4ad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3773d4ad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3773d4ad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773d4a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3773d4a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3773d4ad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3773d4ad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mmontiel/tiny-lisa-traffic-sign-detection-dataset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446700" y="467000"/>
            <a:ext cx="8223000" cy="4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Goal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Build a fully classical computer vision pipeline that detects and classifies traffic signs (STOP, Pedestrian Crossing, Signal Ahead, etc.) using: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HSV color segmentation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SIFT-based template matching with hand-crafted templates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focus on understanding how well this approach works on around 70 real-world images and where it breaks under challenging conditions.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Why This Matters</a:t>
            </a:r>
            <a:endParaRPr b="1" sz="2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Traffic sign detection is a classic intelligent transportation problem, still relevant for ADAS and autonomous driving.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Most modern systems use deep learning, but classical color + template pipelines are still valuable when data or compute are limited.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477925" y="457300"/>
            <a:ext cx="5113500" cy="4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Dataset Composition: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Total of around 70 real-world image of  sign types: STOP, Pedestrian Crossing, Signal Ahead.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Around 900 samples of images with 9 classes on Tiny Lisa Dataset.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 Source: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Self-captured images on phone from local streets and intersections with unfiltered “in-the-wild” conditions.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3"/>
              </a:rPr>
              <a:t>Tiny Lisa Dataset on Kaggle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Real-World Variability: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Different lighting conditions (bright sun, shadows, overcast, dusk)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Multiple viewing angles (frontal, oblique, tilted)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Varying distances (close-up, medium, far)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Environmental challenges: background clutter, partial occlusion, motion blur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1063" y="311150"/>
            <a:ext cx="1333075" cy="177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3763" y="1606650"/>
            <a:ext cx="1266252" cy="16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1063" y="2950775"/>
            <a:ext cx="1333075" cy="1777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3201700" y="2308500"/>
            <a:ext cx="26382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</a:rPr>
              <a:t>LIVE DEMO </a:t>
            </a:r>
            <a:endParaRPr b="1" sz="3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2477125" y="300625"/>
            <a:ext cx="4261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CHALLENGES AND TAKEAWAY	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270700" y="1081550"/>
            <a:ext cx="84726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Challenges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 real street photos, roads, trees, cars, and sky compete with the sign. Classical feature matching can’t ignore irrelevant features, so the sign often gets lost.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same algorithm that finds detail is blind to simple signs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Takeaways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Color and shape are more reliable than texture for signs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Classical CV works best when you reduce the problem before solving it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